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Problem Statement &amp; Proposed Solution</a:t>
            </a:r>
          </a:p>
        </p:txBody>
      </p:sp>
      <p:pic>
        <p:nvPicPr>
          <p:cNvPr id="4" name="Picture 3" descr="logos_d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103120" cy="300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0" y="1051560"/>
            <a:ext cx="18288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SLIDE 1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58444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F87171"/>
                </a:solidFill>
                <a:latin typeface="Arial"/>
              </a:defRPr>
            </a:pPr>
            <a:r>
              <a:rPr dirty="0"/>
              <a:t>SECTION A: PROBLEM UNDERSTANDING</a:t>
            </a:r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• Problem provided (PS-02): Design and build a Build &amp; Validation Agent to inspect repositories and documents, verify genuine implementation against builder claims, and generate evidence-backed validation reports with execution roadmaps.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• Who is affected: Hackathon judges, event organizers, grant evaluators, and honest participants whose real working code gets overshadowed by polished pitch decks.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• Current challenge: Manually reviewing each team's GitHub repository takes 30 to 45 minutes per project. Judges simply do not have enough time during demo days.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• Why it matters: Projects with fancy slides often win, while teams that wrote genuine working software lose out because no one had time to check their code.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• Gap in existing solutions: Linters like </a:t>
            </a:r>
            <a:r>
              <a:rPr dirty="0" err="1"/>
              <a:t>ESLint</a:t>
            </a:r>
            <a:r>
              <a:rPr dirty="0"/>
              <a:t> only check formatting and spelling typos. They cannot tell if a claimed feature (like user login or payment checkout) actually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42255" cy="358444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34D399"/>
                </a:solidFill>
                <a:latin typeface="Arial"/>
              </a:defRPr>
            </a:pPr>
            <a:r>
              <a:rPr dirty="0"/>
              <a:t>SECTION B: PROPOSED SOLUTION</a:t>
            </a:r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What we are building: </a:t>
            </a:r>
            <a:r>
              <a:rPr dirty="0" err="1"/>
              <a:t>BuildProof</a:t>
            </a:r>
            <a:r>
              <a:rPr dirty="0"/>
              <a:t> — an automated web agent that checks a GitHub repository against its project requirements in under 60 seconds.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How it solves problem: It scans the code to find real functions, APIs, and database models, then uses AI to verify if claimed features are genuinely built or just fake placeholders.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Target user: Hackathon juries, university project evaluators, technical recruiters, and student developers who want feedback on their code.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Core product: A clean web dashboard where evaluators paste a repo link and get an instant proof report with exact file names and line numbers.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Value proposition: Replaces slow 45-minute manual code reviews with instant, objective verification so real builders get the recognition they deserve.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395728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1. Industry Problem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Fake Projects &amp; 45-Min Audit Fatigue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5532120"/>
            <a:ext cx="384048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5303520"/>
            <a:ext cx="2395728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2. Proposed System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BuildProof Automated Code Verifier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5532120"/>
            <a:ext cx="384048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5303520"/>
            <a:ext cx="2395728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3. Target User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Hackathon Juries &amp; Student Builders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532120"/>
            <a:ext cx="384048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0848" y="5303520"/>
            <a:ext cx="2395728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4. Expected Outcome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Instant Proof Ledger &amp; 98% Time Saved</a:t>
            </a:r>
          </a:p>
        </p:txBody>
      </p:sp>
    </p:spTree>
  </p:cSld>
  <p:clrMapOvr>
    <a:masterClrMapping/>
  </p:clrMapOvr>
</p:sld>
</file>

<file path=ppt/slides/slide2.xml><?xml version='1.0' encoding='UTF-8' standalone='yes'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Rectangle 1"/><p:cNvSpPr/><p:nvPr/></p:nvSpPr><p:spPr><a:xfrm><a:off x="0" y="0"/><a:ext cx="12191695" cy="6858000"/></a:xfrm><a:prstGeom prst="rect"><a:avLst/></a:prstGeom><a:solidFill><a:srgbClr val="0B112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a:endParaRPr/></a:p></p:txBody></p:sp><p:sp><p:nvSpPr><p:cNvPr id="3" name="TextBox 2"/><p:cNvSpPr txBox="1"/><p:nvPr/></p:nvSpPr><p:spPr><a:xfrm><a:off x="731520" y="365760"/><a:ext cx="7772400" cy="323165"/></a:xfrm><a:prstGeom prst="rect"><a:avLst/></a:prstGeom><a:noFill/></p:spPr><p:txBody><a:bodyPr wrap="square" lIns="0" tIns="0" rIns="0" bIns="0"><a:spAutoFit/></a:bodyPr><a:lstStyle/><a:p><a:pPr><a:defRPr sz="2300" b="1"><a:solidFill><a:srgbClr val="F8FAFC"/></a:solidFill><a:latin typeface="Arial"/></a:defRPr></a:pPr><a:r><a:rPr dirty="0"/><a:t>Technical Architecture &amp; System Design</a:t></a:r></a:p></p:txBody></p:sp><p:pic><p:nvPicPr><p:cNvPr id="4" name="Picture 3" descr="logos_dark_clean.png"/><p:cNvPicPr><a:picLocks noChangeAspect="1"/></p:cNvPicPr><p:nvPr/></p:nvPicPr><p:blipFill><a:blip r:embed="rId2"/><a:stretch><a:fillRect/></a:stretch></p:blipFill><p:spPr><a:xfrm><a:off x="9326880" y="320040"/><a:ext cx="2103120" cy="300446"/></a:xfrm><a:prstGeom prst="rect"><a:avLst/></a:prstGeom></p:spPr></p:pic><p:sp><p:nvSpPr><p:cNvPr id="5" name="Rounded Rectangle 4"/><p:cNvSpPr/><p:nvPr/></p:nvSpPr><p:spPr><a:xfrm><a:off x="9601200" y="1051560"/><a:ext cx="1828800" cy="384048"/></a:xfrm><a:prstGeom prst="round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0" tIns="0" rIns="0" bIns="0" rtlCol="0" anchor="ctr"/><a:lstStyle/><a:p><a:pPr algn="ctr"><a:defRPr sz="1100" b="1"><a:solidFill><a:srgbClr val="F8FAFC"/></a:solidFill><a:latin typeface="Arial"/></a:defRPr></a:pPr><a:r><a:t>SLIDE 2 / 6</a:t></a:r></a:p></p:txBody></p:sp><p:sp><p:nvSpPr><p:cNvPr id="6" name="TextBox 5"/><p:cNvSpPr txBox="1"/><p:nvPr/></p:nvSpPr><p:spPr><a:xfrm><a:off x="731520" y="1508760"/><a:ext cx="5212080" cy="320040"/></a:xfrm><a:prstGeom prst="rect"><a:avLst/></a:prstGeom><a:noFill/></p:spPr><p:txBody><a:bodyPr wrap="none" lIns="0" tIns="0" rIns="0" bIns="0"><a:spAutoFit/></a:bodyPr><a:lstStyle/><a:p><a:pPr><a:defRPr sz="1350" b="1"><a:solidFill><a:srgbClr val="38BDF8"/></a:solidFill><a:latin typeface="Arial"/></a:defRPr></a:pPr><a:r><a:t>SYSTEM ARCHITECTURE DIAGRAM (END-TO-END FLOW)</a:t></a:r></a:p></p:txBody></p:sp><p:sp><p:nvSpPr><p:cNvPr id="7" name="Rounded Rectangle 6"/><p:cNvSpPr/><p:nvPr/></p:nvSpPr><p:spPr><a:xfrm><a:off x="731520" y="187451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50" b="1"><a:solidFill><a:srgbClr val="F8FAFC"/></a:solidFill><a:latin typeface="Arial"/></a:defRPr></a:pPr><a:r><a:t>1. User / Client  —  Submits GitHub repo URL &amp; project requirements via web browser</a:t></a:r></a:p></p:txBody></p:sp><p:sp><p:nvSpPr><p:cNvPr id="8" name="TextBox 7"/><p:cNvSpPr txBox="1"/><p:nvPr/></p:nvSpPr><p:spPr><a:xfrm><a:off x="3154680" y="227685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9" name="Rounded Rectangle 8"/><p:cNvSpPr/><p:nvPr/></p:nvSpPr><p:spPr><a:xfrm><a:off x="731520" y="242315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2. Frontend Layer  —  Next.js 14 web portal &amp; live evaluation progress dashboard</a:t></a:r></a:p></p:txBody></p:sp><p:sp><p:nvSpPr><p:cNvPr id="10" name="TextBox 9"/><p:cNvSpPr txBox="1"/><p:nvPr/></p:nvSpPr><p:spPr><a:xfrm><a:off x="3154680" y="282549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11" name="Rounded Rectangle 10"/><p:cNvSpPr/><p:nvPr/></p:nvSpPr><p:spPr><a:xfrm><a:off x="731520" y="297179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3. Backend / API Layer  —  Node.js &amp; Express API Gateway managing audit requests &amp; queue</a:t></a:r></a:p></p:txBody></p:sp><p:sp><p:nvSpPr><p:cNvPr id="12" name="TextBox 11"/><p:cNvSpPr txBox="1"/><p:nvPr/></p:nvSpPr><p:spPr><a:xfrm><a:off x="3154680" y="337413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13" name="Rounded Rectangle 12"/><p:cNvSpPr/><p:nvPr/></p:nvSpPr><p:spPr><a:xfrm><a:off x="731520" y="352043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4. Business Logic  —  Octokit Trees scanner, officeparser multi-doc reader, Zod &amp; Gitleaks secret filter</a:t></a:r></a:p></p:txBody></p:sp><p:sp><p:nvSpPr><p:cNvPr id="14" name="TextBox 13"/><p:cNvSpPr txBox="1"/><p:nvPr/></p:nvSpPr><p:spPr><a:xfrm><a:off x="3154680" y="392277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15" name="Rounded Rectangle 14"/><p:cNvSpPr/><p:nvPr/></p:nvSpPr><p:spPr><a:xfrm><a:off x="731520" y="4069079"/><a:ext cx="5212080" cy="438912"/></a:xfrm><a:prstGeom prst="roundRect"><a:avLst/></a:prstGeom><a:solidFill><a:srgbClr val="23143C"/></a:solidFill><a:ln w="19050"><a:solidFill><a:srgbClr val="9333EA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50" b="1"><a:solidFill><a:srgbClr val="C084FC"/></a:solidFill><a:latin typeface="Arial"/></a:defRPr></a:pPr><a:r><a:t>5. AI / ML Layer  —  Google Gemini 1.5 Flash (0.1 temp) for targeted code logic verification</a:t></a:r></a:p></p:txBody></p:sp><p:sp><p:nvSpPr><p:cNvPr id="16" name="TextBox 15"/><p:cNvSpPr txBox="1"/><p:nvPr/></p:nvSpPr><p:spPr><a:xfrm><a:off x="3154680" y="447141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17" name="Rounded Rectangle 16"/><p:cNvSpPr/><p:nvPr/></p:nvSpPr><p:spPr><a:xfrm><a:off x="731520" y="461771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6. Database Layer  —  Firebase Firestore storing audit ledgers &amp; commit-SHA cached results</a:t></a:r></a:p></p:txBody></p:sp><p:sp><p:nvSpPr><p:cNvPr id="18" name="TextBox 17"/><p:cNvSpPr txBox="1"/><p:nvPr/></p:nvSpPr><p:spPr><a:xfrm><a:off x="3154680" y="502005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19" name="Rounded Rectangle 18"/><p:cNvSpPr/><p:nvPr/></p:nvSpPr><p:spPr><a:xfrm><a:off x="731520" y="5166359"/><a:ext cx="5212080" cy="438912"/></a:xfrm><a:prstGeom prst="roundRect"><a:avLst/></a:prstGeom><a:solidFill><a:srgbClr val="111827"/></a:solidFill><a:ln w="19050"><a:solidFill><a:srgbClr val="2563E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7. External APIs / Services  —  GitHub Trees API streaming files directly into memory (0-clone)</a:t></a:r></a:p></p:txBody></p:sp><p:sp><p:nvSpPr><p:cNvPr id="20" name="TextBox 19"/><p:cNvSpPr txBox="1"/><p:nvPr/></p:nvSpPr><p:spPr><a:xfrm><a:off x="3154680" y="5568695"/><a:ext cx="365760" cy="182880"/></a:xfrm><a:prstGeom prst="rect"><a:avLst/></a:prstGeom><a:noFill/></p:spPr><p:txBody><a:bodyPr wrap="none" lIns="0" tIns="0" rIns="0" bIns="0"><a:spAutoFit/></a:bodyPr><a:lstStyle/><a:p><a:pPr algn="ctr"><a:defRPr sz="1100" b="1"><a:solidFill><a:srgbClr val="38BDF8"/></a:solidFill><a:latin typeface="Arial"/></a:defRPr></a:pPr><a:r><a:t>↓</a:t></a:r></a:p></p:txBody></p:sp><p:sp><p:nvSpPr><p:cNvPr id="21" name="Rounded Rectangle 20"/><p:cNvSpPr/><p:nvPr/></p:nvSpPr><p:spPr><a:xfrm><a:off x="731520" y="5714999"/><a:ext cx="5212080" cy="438912"/></a:xfrm><a:prstGeom prst="roundRect"><a:avLst/></a:prstGeom><a:solidFill><a:srgbClr val="111827"/></a:solidFill><a:ln w="19050"><a:solidFill><a:srgbClr val="34D399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54864" rtlCol="0" anchor="ctr"/><a:lstStyle/><a:p><a:pPr algn="ctr"><a:defRPr sz="1019" b="1"><a:solidFill><a:srgbClr val="F8FAFC"/></a:solidFill><a:latin typeface="Arial"/></a:defRPr></a:pPr><a:r><a:t>8. Output  —  Interactive Proof Report &amp; JSON ledger with file:line citations</a:t></a:r></a:p></p:txBody></p:sp><p:sp><p:nvSpPr><p:cNvPr id="22" name="TextBox 21"/><p:cNvSpPr txBox="1"/><p:nvPr/></p:nvSpPr><p:spPr><a:xfrm><a:off x="6217920" y="1508760"/><a:ext cx="5242255" cy="320040"/></a:xfrm><a:prstGeom prst="rect"><a:avLst/></a:prstGeom><a:noFill/></p:spPr><p:txBody><a:bodyPr wrap="none" lIns="0" tIns="0" rIns="0" bIns="0"><a:spAutoFit/></a:bodyPr><a:lstStyle/><a:p><a:pPr><a:defRPr sz="1350" b="1"><a:solidFill><a:srgbClr val="34D399"/></a:solidFill><a:latin typeface="Arial"/></a:defRPr></a:pPr><a:r><a:t>TECHNICAL STACK — ONLY LIST TECH ACTUALLY USED</a:t></a:r></a:p></p:txBody></p:sp><p:sp><p:nvSpPr><p:cNvPr id="23" name="Rounded Rectangle 22"/><p:cNvSpPr/><p:nvPr/></p:nvSpPr><p:spPr><a:xfrm><a:off x="6217920" y="1874519"/><a:ext cx="5242255" cy="777240"/></a:xfrm><a:prstGeom prst="roundRect"><a:avLst/></a:prstGeom><a:solidFill><a:srgbClr val="111827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91440" rtlCol="0" anchor="ctr"/><a:lstStyle/><a:p><a:pPr algn="ctr"><a:defRPr sz="1150" b="1"><a:solidFill><a:srgbClr val="38BDF8"/></a:solidFill><a:latin typeface="Arial"/></a:defRPr></a:pPr><a:r><a:t>Frontend:  Next.js 14 · React · TypeScript · Tailwind CSS</a:t></a:r></a:p><a:p><a:pPr><a:defRPr sz="980"><a:solidFill><a:srgbClr val="F8FAFC"/></a:solidFill><a:latin typeface="Arial"/></a:defRPr></a:pPr><a:r><a:t>Interactive Evidence Ledger, Lucide icons, real-time stage progress bar & proof view.</a:t></a:r></a:p></p:txBody></p:sp><p:sp><p:nvSpPr><p:cNvPr id="24" name="Rounded Rectangle 23"/><p:cNvSpPr/><p:nvPr/></p:nvSpPr><p:spPr><a:xfrm><a:off x="6217920" y="2743199"/><a:ext cx="5242255" cy="777240"/></a:xfrm><a:prstGeom prst="roundRect"><a:avLst/></a:prstGeom><a:solidFill><a:srgbClr val="111827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91440" rtlCol="0" anchor="ctr"/><a:lstStyle/><a:p><a:pPr algn="ctr"><a:defRPr sz="1150" b="1"><a:solidFill><a:srgbClr val="A855F7"/></a:solidFill><a:latin typeface="Arial"/></a:defRPr></a:pPr><a:r><a:t>Backend:  Node.js (LTS) · Express · TypeScript · Zod</a:t></a:r></a:p><a:p><a:pPr><a:defRPr sz="980"><a:solidFill><a:srgbClr val="F8FAFC"/></a:solidFill><a:latin typeface="Arial"/></a:defRPr></a:pPr><a:r><a:t>Octokit Trees API client, officeparser (PDF/DOCX/PPTX), Gitleaks secret redactor & Zod schemas.</a:t></a:r></a:p></p:txBody></p:sp><p:sp><p:nvSpPr><p:cNvPr id="25" name="Rounded Rectangle 24"/><p:cNvSpPr/><p:nvPr/></p:nvSpPr><p:spPr><a:xfrm><a:off x="6217920" y="3611879"/><a:ext cx="5242255" cy="777240"/></a:xfrm><a:prstGeom prst="roundRect"><a:avLst/></a:prstGeom><a:solidFill><a:srgbClr val="111827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91440" rtlCol="0" anchor="ctr"/><a:lstStyle/><a:p><a:pPr algn="ctr"><a:defRPr sz="1150" b="1"><a:solidFill><a:srgbClr val="34D399"/></a:solidFill><a:latin typeface="Arial"/></a:defRPr></a:pPr><a:r><a:t>Database:  Firebase Firestore</a:t></a:r></a:p><a:p><a:pPr><a:defRPr sz="980"><a:solidFill><a:srgbClr val="F8FAFC"/></a:solidFill><a:latin typeface="Arial"/></a:defRPr></a:pPr><a:r><a:t>Stores audit reports, user history, and cached commit hashes for instant 1s reload.</a:t></a:r></a:p></p:txBody></p:sp><p:sp><p:nvSpPr><p:cNvPr id="26" name="Rounded Rectangle 25"/><p:cNvSpPr/><p:nvPr/></p:nvSpPr><p:spPr><a:xfrm><a:off x="6217920" y="4480559"/><a:ext cx="5242255" cy="777240"/></a:xfrm><a:prstGeom prst="roundRect"><a:avLst/></a:prstGeom><a:solidFill><a:srgbClr val="111827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91440" rtlCol="0" anchor="ctr"/><a:lstStyle/><a:p><a:pPr algn="ctr"><a:defRPr sz="1150" b="1"><a:solidFill><a:srgbClr val="FBBF24"/></a:solidFill><a:latin typeface="Arial"/></a:defRPr></a:pPr><a:r><a:t>AI / ML:  Google Gemini 1.5 Flash (0.1 Temp)</a:t></a:r></a:p><a:p><a:pPr><a:defRPr sz="980"><a:solidFill><a:srgbClr val="F8FAFC"/></a:solidFill><a:latin typeface="Arial"/></a:defRPr></a:pPr><a:r><a:t>Fast, inexpensive model reading targeted code snippets to verify real functional logic.</a:t></a:r></a:p></p:txBody></p:sp><p:sp><p:nvSpPr><p:cNvPr id="27" name="Rounded Rectangle 26"/><p:cNvSpPr/><p:nvPr/></p:nvSpPr><p:spPr><a:xfrm><a:off x="6217920" y="5349239"/><a:ext cx="5242255" cy="777240"/></a:xfrm><a:prstGeom prst="roundRect"><a:avLst/></a:prstGeom><a:solidFill><a:srgbClr val="111827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lIns="182880" tIns="91440" rtlCol="0" anchor="ctr"/><a:lstStyle/><a:p><a:pPr algn="ctr"><a:defRPr sz="1150" b="1"><a:solidFill><a:srgbClr val="F87171"/></a:solidFill><a:latin typeface="Arial"/></a:defRPr></a:pPr><a:r><a:t>Infrastructure:  Vercel · Google Cloud Run · GitHub API</a:t></a:r></a:p><a:p><a:pPr><a:defRPr sz="980"><a:solidFill><a:srgbClr val="F8FAFC"/></a:solidFill><a:latin typeface="Arial"/></a:defRPr></a:pPr><a:r><a:t>Serverless web deployment, auto-scaling worker containers, and zero expensive GPU setup.</a:t></a:r></a:p></p:txBody></p:sp></p:spTree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System Workflow &amp; Implementation</a:t>
            </a:r>
          </a:p>
        </p:txBody>
      </p:sp>
      <p:pic>
        <p:nvPicPr>
          <p:cNvPr id="4" name="Picture 3" descr="logos_d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103120" cy="300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0" y="1051560"/>
            <a:ext cx="18288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SLIDE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rPr dirty="0"/>
              <a:t>WORKFLOW — CUSTOMIZED END-TO-END SOLUTION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27632"/>
            <a:ext cx="1874519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1. User Input</a:t>
            </a:r>
          </a:p>
          <a:p>
            <a:pPr algn="ctr">
              <a:defRPr sz="950">
                <a:solidFill>
                  <a:srgbClr val="F8FAFC"/>
                </a:solidFill>
                <a:latin typeface="Arial"/>
              </a:defRPr>
            </a:pPr>
            <a:r>
              <a:t>Repo URL &amp; PRD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755648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7" y="1627632"/>
            <a:ext cx="1874519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2. Safety Check</a:t>
            </a:r>
          </a:p>
          <a:p>
            <a:pPr algn="ctr">
              <a:defRPr sz="950">
                <a:solidFill>
                  <a:srgbClr val="F8FAFC"/>
                </a:solidFill>
                <a:latin typeface="Arial"/>
              </a:defRPr>
            </a:pPr>
            <a:r>
              <a:t>Filter Private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6" y="1755648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7214" y="1627632"/>
            <a:ext cx="1874519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3. Code Scanner</a:t>
            </a:r>
          </a:p>
          <a:p>
            <a:pPr algn="ctr">
              <a:defRPr sz="950">
                <a:solidFill>
                  <a:srgbClr val="F8FAFC"/>
                </a:solidFill>
                <a:latin typeface="Arial"/>
              </a:defRPr>
            </a:pPr>
            <a:r>
              <a:t>Find Routes &amp;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3" y="1755648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1" y="1627632"/>
            <a:ext cx="1874519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4. Claim Match</a:t>
            </a:r>
          </a:p>
          <a:p>
            <a:pPr algn="ctr">
              <a:defRPr sz="950">
                <a:solidFill>
                  <a:srgbClr val="F8FAFC"/>
                </a:solidFill>
                <a:latin typeface="Arial"/>
              </a:defRPr>
            </a:pPr>
            <a:r>
              <a:t>Pair Features with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580" y="1755648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08" y="1627632"/>
            <a:ext cx="1874519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Ins="54864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5. AI Inspection</a:t>
            </a:r>
          </a:p>
          <a:p>
            <a:pPr algn="ctr">
              <a:defRPr sz="950">
                <a:solidFill>
                  <a:srgbClr val="F8FAFC"/>
                </a:solidFill>
                <a:latin typeface="Arial"/>
              </a:defRPr>
            </a:pPr>
            <a:r>
              <a:t>Gemini Verifies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757" y="3075186"/>
            <a:ext cx="218008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34D399"/>
                </a:solidFill>
                <a:latin typeface="Arial"/>
              </a:defRPr>
            </a:pPr>
            <a:r>
              <a:rPr dirty="0"/>
              <a:t>IMPLEMENTATION DETAILS</a:t>
            </a:r>
            <a:r>
              <a:rPr lang="en-US" dirty="0"/>
              <a:t> :</a:t>
            </a:r>
            <a:r>
              <a:rPr lang="en-IN" dirty="0"/>
              <a:t> —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25424" y="3364992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rPr dirty="0"/>
              <a:t>1. Core Modules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Input Manager (officeparser), GitHub Trees Scanner, AI Verification Engine, and 19-Section Report Builder.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3369810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2. Important APIs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POST /projects/analyze (async review), GET /projects/:id/status (live progress), and Octokit Trees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5759" y="3364992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3. Data Flow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User inputs link ➔ files are read ➔ relevant code is checked by AI ➔ final report is displayed.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85" y="3369810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4. AI/ML Pipeline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Breaks requirements into clear checklist items and pairs each with matching code snippets.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0444" y="3369810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5. Model Interaction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Sends small 30-line code snippets to Gemini with strict prompts to prevent hallucinations.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91456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6. Backend Processing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Filters out large junk files (images, videos, build folders) to keep reviews fast and light.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4764024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7. Database Storage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Saves audit reports with commit ID so duplicate checks don't waste time or AI costs.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2369" y="4764024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8. Authentication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Simple API keys for event organizers, plus rate limits to prevent spam requests.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4764024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9. External Integrations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GitHub API to inspect repositories; export options to download reports as PDF or JSON.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4735806"/>
            <a:ext cx="2029968" cy="124358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defRPr sz="1080" b="1">
                <a:solidFill>
                  <a:srgbClr val="38BDF8"/>
                </a:solidFill>
                <a:latin typeface="Arial"/>
              </a:defRPr>
            </a:pPr>
            <a:r>
              <a:t>10. Automation Logic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t>Automatically creates a step-by-step 3-phase roadmap for features that are still missing.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AI/ML Implementation &amp; Innovation</a:t>
            </a:r>
          </a:p>
        </p:txBody>
      </p:sp>
      <p:pic>
        <p:nvPicPr>
          <p:cNvPr id="4" name="Picture 3" descr="logos_d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103120" cy="300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0" y="1051560"/>
            <a:ext cx="18288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SLIDE 4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364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rPr dirty="0"/>
              <a:t>AI/ML COMPONENT BREAKDOWN</a:t>
            </a:r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Where AI is used: Checking if code logic actually works (e.g. real login vs dummy code) and suggesting missing feature roadmaps.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Why AI is required: A basic script can verify if a file exists, but only AI can read the code to see if it is functional or just an empty mock.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Model approach: Google Gemini 1.5 Flash — very fast (1-2 seconds), highly accurate at reading code, and very inexpensive.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Input data &amp; pipeline: Short, targeted code snippets (20 to 40 lines) matching each feature claim, with private keys removed.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Output produced: Structured verification status (Verified, Incomplete, or Missing) with exact file paths and line numbers.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Evaluation &amp; validation: The system checks that line numbers cited by AI actually exist in the project files to prevent hallucinations.</a:t>
            </a:r>
            <a:endParaRPr lang="en-US" dirty="0"/>
          </a:p>
          <a:p>
            <a:pPr>
              <a:defRPr sz="93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980">
                <a:solidFill>
                  <a:srgbClr val="F8FAFC"/>
                </a:solidFill>
                <a:latin typeface="Arial"/>
              </a:defRPr>
            </a:pPr>
            <a:r>
              <a:rPr dirty="0"/>
              <a:t>• Product integration: Feeds directly into the jury's report card and the builder's feedback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42255" cy="3364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34D399"/>
                </a:solidFill>
                <a:latin typeface="Arial"/>
              </a:defRPr>
            </a:pPr>
            <a:r>
              <a:rPr dirty="0"/>
              <a:t>TECHNICAL DIFFERENTIATION — WHY IS THIS BETTER?</a:t>
            </a:r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Smart Two-Step System: We do not feed the entire project to AI. We find relevant files first, then ask AI to verify only matching snippets.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Better Automation: Completely replaces 45-minute manual human code inspection with a fast 60-second automated check.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Better Accuracy &amp; Cost: Pre-filtering code saves over 90% of AI tokens, keeping total cost under 50 paise (~$0.006) per repository.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Protected Against Trickery: Code is enclosed in safe XML &lt;untrusted_content&gt; tags so hidden repo comments cannot hijack model prompts.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rPr dirty="0"/>
              <a:t>✓ Clear User Trust: Clearly separates proven code facts (green verified checkmarks) from AI suggestions (blue roadmap steps).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lang="en-IN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lang="en-IN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lang="en-IN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lang="en-IN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56946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Ins="137160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Agentic AI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Coordinates step-by-step file discovery, code inspection, and report creation.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5029200"/>
            <a:ext cx="256946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Ins="137160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Machine Learning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Uses clear scoring rules to calculate fair, objective project completion percentages.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5029200"/>
            <a:ext cx="256946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Ins="137160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Deep Learning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Google Gemini Flash foundation model running with low randomness for steady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8824" y="5029200"/>
            <a:ext cx="2569464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Ins="137160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GenAI / RAG</a:t>
            </a:r>
          </a:p>
          <a:p>
            <a:pPr algn="ctr">
              <a:defRPr sz="980">
                <a:solidFill>
                  <a:srgbClr val="F8FAFC"/>
                </a:solidFill>
                <a:latin typeface="Arial"/>
              </a:defRPr>
            </a:pPr>
            <a:r>
              <a:t>Retrieves only the relevant code snippets needed to check each specific feature claim.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Feasibility, Market Potential &amp; Scalability</a:t>
            </a:r>
          </a:p>
        </p:txBody>
      </p:sp>
      <p:pic>
        <p:nvPicPr>
          <p:cNvPr id="4" name="Picture 3" descr="logos_d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103120" cy="300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0" y="1051560"/>
            <a:ext cx="18288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SLIDE 5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56432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rPr dirty="0"/>
              <a:t>A. TECHNICAL FEASIBILITY</a:t>
            </a:r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Can it actually be built: Yes, 100% buildable with standard Node.js, GitHub APIs, and Google's Gemini SDK.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Required technologies: Next.js (web frontend), Node.js (backend), Firebase (database), and Gemini Flash (AI).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API availability: Public GitHub REST API and Gemini API provide reliable 99.9% uptime SLA.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Infrastructure needs: Standard cloud hosting on </a:t>
            </a:r>
            <a:r>
              <a:rPr dirty="0" err="1"/>
              <a:t>Vercel</a:t>
            </a:r>
            <a:r>
              <a:rPr dirty="0"/>
              <a:t> and Google Cloud Run. Zero expensive GPU clusters needed.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Development complexity: Manageable and well-scoped; file scanning handles 70% of checks, keeping AI logic narrow and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600200"/>
            <a:ext cx="3456432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50" b="1">
                <a:solidFill>
                  <a:srgbClr val="34D399"/>
                </a:solidFill>
                <a:latin typeface="Arial"/>
              </a:defRPr>
            </a:pPr>
            <a:r>
              <a:rPr dirty="0"/>
              <a:t>B. MARKET &amp; USER FEASIBILITY</a:t>
            </a:r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Target users: 50,000+ hackathon participants and evaluators across Unstop, </a:t>
            </a:r>
            <a:r>
              <a:rPr dirty="0" err="1"/>
              <a:t>Devfolio</a:t>
            </a:r>
            <a:r>
              <a:rPr dirty="0"/>
              <a:t>, and student hackathons.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Existing alternatives: Slow manual reviews (takes 45 mins per team) or generic chatbots (which hallucinate).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Urgent market need: Organizers need a fair, fast way to separate genuine code from empty presentation slides.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Competitive advantage: We provide line-numbered evidence from the actual code, giving juries 100% confidence.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Why users adopt: Builders appreciate getting objective feedback on what works and a clear roadmap for what is missing.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1600200"/>
            <a:ext cx="3456432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50" b="1">
                <a:solidFill>
                  <a:srgbClr val="FBBF24"/>
                </a:solidFill>
                <a:latin typeface="Arial"/>
              </a:defRPr>
            </a:pPr>
            <a:r>
              <a:rPr dirty="0"/>
              <a:t>C. SYSTEM SCALABILITY</a:t>
            </a:r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User scaling: Stateless cloud workers scale out automatically to handle 500+ submissions during deadline rushes.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Database caching: Repeated scans on the same commit load in under 1 second from cache with zero extra cost.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API scaling: Asynchronous queue system prevents server crashes or timeouts when many teams submit at once.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Operating cost: Under 50 paise (~$0.006) per audit makes it very cheap to run for entire hackathons.</a:t>
            </a:r>
            <a:endParaRPr lang="en-US" dirty="0"/>
          </a:p>
          <a:p>
            <a:pPr>
              <a:defRPr sz="96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Future expansion: Modular design makes it easy to add support for GitLab, Bitbucket, and private company repos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Development Roadmap, Impact &amp; Team JTW</a:t>
            </a:r>
            <a:endParaRPr dirty="0"/>
          </a:p>
        </p:txBody>
      </p:sp>
      <p:pic>
        <p:nvPicPr>
          <p:cNvPr id="4" name="Picture 3" descr="logos_d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103120" cy="300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0" y="1051560"/>
            <a:ext cx="18288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SLIDE 6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69164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Phase 1: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Requirements &amp; Setup</a:t>
            </a:r>
          </a:p>
          <a:p>
            <a:pPr algn="ctr">
              <a:defRPr sz="880">
                <a:solidFill>
                  <a:srgbClr val="94A3B8"/>
                </a:solidFill>
                <a:latin typeface="Arial"/>
              </a:defRPr>
            </a:pPr>
            <a:r>
              <a:rPr dirty="0"/>
              <a:t>Project setup, requirement checklist &amp; GitHub API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00200"/>
            <a:ext cx="169164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Phase 2: 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File Scanner &amp; Safety</a:t>
            </a:r>
          </a:p>
          <a:p>
            <a:pPr algn="ctr">
              <a:defRPr sz="880">
                <a:solidFill>
                  <a:srgbClr val="94A3B8"/>
                </a:solidFill>
                <a:latin typeface="Arial"/>
              </a:defRPr>
            </a:pPr>
            <a:r>
              <a:rPr dirty="0"/>
              <a:t>Code file scanner and private data protection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00200"/>
            <a:ext cx="169164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Phase 3: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AI Verification</a:t>
            </a:r>
          </a:p>
          <a:p>
            <a:pPr algn="ctr">
              <a:defRPr sz="880">
                <a:solidFill>
                  <a:srgbClr val="94A3B8"/>
                </a:solidFill>
                <a:latin typeface="Arial"/>
              </a:defRPr>
            </a:pPr>
            <a:r>
              <a:rPr dirty="0"/>
              <a:t>Gemini AI connection to verify code logic and roadmap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600200"/>
            <a:ext cx="169164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Phase 4: 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Testing &amp; Caching</a:t>
            </a:r>
          </a:p>
          <a:p>
            <a:pPr algn="ctr">
              <a:defRPr sz="880">
                <a:solidFill>
                  <a:srgbClr val="94A3B8"/>
                </a:solidFill>
                <a:latin typeface="Arial"/>
              </a:defRPr>
            </a:pPr>
            <a:r>
              <a:rPr dirty="0"/>
              <a:t>Database caching, queue management, and testing on real repos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6992" y="1600200"/>
            <a:ext cx="169164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Phase 5: 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UI &amp; Deployment</a:t>
            </a:r>
          </a:p>
          <a:p>
            <a:pPr algn="ctr">
              <a:defRPr sz="880">
                <a:solidFill>
                  <a:srgbClr val="94A3B8"/>
                </a:solidFill>
                <a:latin typeface="Arial"/>
              </a:defRPr>
            </a:pPr>
            <a:r>
              <a:rPr dirty="0"/>
              <a:t>Next.js dashboard, live progress bar &amp; live deployment on </a:t>
            </a:r>
            <a:r>
              <a:rPr dirty="0" err="1"/>
              <a:t>Vercel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738360" y="1600200"/>
            <a:ext cx="1691640" cy="11887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09728" rIns="73152"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rPr dirty="0"/>
              <a:t>Phase 6: </a:t>
            </a:r>
          </a:p>
          <a:p>
            <a:pPr algn="ctr">
              <a:defRPr sz="1019" b="1">
                <a:solidFill>
                  <a:srgbClr val="F8FAFC"/>
                </a:solidFill>
                <a:latin typeface="Arial"/>
              </a:defRPr>
            </a:pPr>
            <a:r>
              <a:rPr dirty="0"/>
              <a:t>GRAND FINALE</a:t>
            </a:r>
          </a:p>
          <a:p>
            <a:pPr algn="ctr">
              <a:defRPr sz="880">
                <a:solidFill>
                  <a:srgbClr val="F8FAFC"/>
                </a:solidFill>
                <a:latin typeface="Arial"/>
              </a:defRPr>
            </a:pPr>
            <a:r>
              <a:rPr dirty="0"/>
              <a:t>Live working MVP presentation and demo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2514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34D399"/>
                </a:solidFill>
                <a:latin typeface="Arial"/>
              </a:defRPr>
            </a:pPr>
            <a:r>
              <a:rPr dirty="0"/>
              <a:t>EXPECTED IMPACT — MEASURABLE OUTCOMES</a:t>
            </a:r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User Impact &amp; Efficiency: Reduces code evaluation time from 45 minutes of manual checking down to under 60 seconds (98% faster).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Industry Impact &amp; Fairness: Eliminates presentation bias by giving juries objective, line-numbered proof of actual code execution.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Cost &amp; Time Reduction: Smart code filtering keeps the average review cost under 50 paise (~$0.006) per repository.</a:t>
            </a:r>
            <a:endParaRPr lang="en-US" dirty="0"/>
          </a:p>
          <a:p>
            <a:pPr>
              <a:defRPr sz="95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Accessibility &amp; Builder Help: Gives student teams a structured roadmap of missing features so they know exactly how to complete their projects.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242255" cy="2514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50" b="1">
                <a:solidFill>
                  <a:srgbClr val="38BDF8"/>
                </a:solidFill>
                <a:latin typeface="Arial"/>
              </a:defRPr>
            </a:pPr>
            <a:r>
              <a:rPr dirty="0"/>
              <a:t>TEAM JTW — STRUCTURE &amp; RESPONSIBILITIES</a:t>
            </a:r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Nishant (Team Leader · Architecture &amp; Backend): Oversees system design, connects core pipeline modules, and manages Cloud Run backend deployment.</a:t>
            </a:r>
            <a:endParaRPr lang="en-US" dirty="0"/>
          </a:p>
          <a:p>
            <a:pPr>
              <a:defRPr sz="9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Keshav Bhardwaj (AI / ML Engineer): Designs Google Gemini prompts, validates code verification logic, and ensures clean JSON report output.</a:t>
            </a:r>
            <a:endParaRPr lang="en-US" dirty="0"/>
          </a:p>
          <a:p>
            <a:pPr>
              <a:defRPr sz="9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Dhruv Bansal (Full-Stack / Backend Engineer): Builds the GitHub API integration, implements sensitive key filtering, and sets up database caching.</a:t>
            </a:r>
            <a:endParaRPr lang="en-US" dirty="0"/>
          </a:p>
          <a:p>
            <a:pPr>
              <a:defRPr sz="9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080">
                <a:solidFill>
                  <a:srgbClr val="F8FAFC"/>
                </a:solidFill>
                <a:latin typeface="Arial"/>
              </a:defRPr>
            </a:pPr>
            <a:r>
              <a:rPr dirty="0"/>
              <a:t>• Shubham Saini (Frontend &amp; UI/UX Lead): Builds the Next.js 14 dashboard, live progress indicator, and the interactive proof report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1965</Words>
  <Application>Microsoft Office PowerPoint</Application>
  <PresentationFormat>Widescreen</PresentationFormat>
  <Paragraphs>205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Bhardwaj</cp:lastModifiedBy>
  <cp:revision>6</cp:revision>
  <dcterms:created xsi:type="dcterms:W3CDTF">2013-01-27T09:14:16Z</dcterms:created>
  <dcterms:modified xsi:type="dcterms:W3CDTF">2026-10-07T19:16:43Z</dcterms:modified>
  <cp:category/>
</cp:coreProperties>
</file>